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everyone to run the first cell now. Docker problems should show up in the first 10 minutes, not at minute 40.
Quick poll: who ran the smoke test? Who has no Docker? Those people set RUNNER = "dry" (FACILITATOR.md).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is about using NiWrap. Questions about writing descriptors or the compiler go to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commands from today's pipeline. bet takes input and output positionally; ANTs uses long flags; FAST names its outputs from a prefix (t1w_seg.nii.gz, t1w_pve_0.nii.gz, ...).
Ask: who has a bash script like this? Who has lost a run to a typo in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knows every bet flag, its type and its valid range. The DryRunner shows the command without running it. img_bet is bet's default output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the niwrap README coverage table (FreeSurfer 672, AFNI 552, FSL 243, Workbench 203, MRtrix3 121, ANTs 72): binaries with a descriptor, not every flag of every binary.
The wrappers are generated from tool descriptors by the Styx compiler, which is why coverage is broad and consistent. Same API in TypeScript. Don't go deeper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log: "Running docker: docker run ..." and "Running command: bet /styx_input/0/... img_bet -m". The second line is what ran in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bash script you'd find this percent-vs-fraction mistake after the run, or 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from the 2024 OHBM and INCF Styx posters. Hover on a parameter shows its type and description; typing after an output object lists the output files with their descriptions. NiWrap 1.1 shows the type as float | None rather than float | int | None; otherwise identical.
Answer: out_basename; tissue_class_map (_seg.nii.gz).
Jupyter completion needs an idle kernel. VS Code (Pylance) works from the type hints even while a cell runs. In Jupyter, `fsl.bet?` prints the whole docstring.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out_basename gotcha returns in notebook 03 for fslreorient2std and robustfov. If an output is None, look for the parameter that names it.
FAST takes ~2 minutes. Start it and move on to Runners.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work/02/&lt;id&gt;_0_bet/ in the file browser. run.sh holds the exact command.
data_dir is scratch: copy what you keep (notebook uses shutil.copy2), delete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Fallback for anyone whose Docker doesn't work today: RUNNER = "dry" at the top of each notebook.
Also handy before a long cluster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every notebook's setup cell does. The Snakemake scripts later call niwrap.use_auto() too, and RBC uses the same detection order behind --runner auto.
Quieter logs: logging.getLogger(runner.logger_name).setLevel(logging.INFO). Notebook 03 sets it because ANTs registration prints thousands of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35-65 min. Show the goal, then let people work and walk the room. Show the solution slides at ~60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solution notebook's output. By the end of the hour every attendee with Docker has this for sub-01, most for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book's anat_preproc, updated for niwrap 1.1: outputs must be named, and BET's -R is dropped (fails in the default FSL image: dc missing).
Step 0 runs this on sub-01, ~2 min (mostly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subject on a laptop: FSL steps &lt;30 s, N4 ~5 s, FAST ~2 min, registration 2-5 min. The other two subjects take ~15 min together.
Dry-run attendees: print(shlex.join(runner.last_cargs)) after a call.
Common snags: image_dimensionality=3 missing; a plain string where N4's output helper is expected; transform order (warp before affine).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FSL output feeds an ANTs input. Different package, different container.
The *_params helpers build nested arguments. Type ants.n4_bias_field_correction_ and autocomplete lists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ANTs applies transforms last to first, so the warp is listed before the affine.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goes into every container. Useful for any ITK-based tool (ANTs, c3d, greedy).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65-75 min. Demo from the repo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snakemake/ is copied from github.com/styx-api/niwrap-workflow-examples (examples/snakemake-niwrap), BET -&gt; N4 -&gt; SyN. One fix: the scripts' `from snakemake.iocontainers import snakemake` doesn't exist in Snakemake 9.27 and crashes; Snakemake injects `snakemake` anyway.
The NiWrap code in the script is the code from the notebook. Snakemake adds file-based dependencies, re-runs only what's missing, parallel subjects, cluster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-n (instant). Then start --cores 3 (4.5 min for three subjects on a 16-core desktop, longer on a laptop) or show the pre-computed derivatives/snakemake/.
Delete one subject's output and re-run: only that subject runs.
All four examples implement the same pipeline. Snakebids turns it into a BIDS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implementation of the RBC protocol (Shafiei et al. 2025, Neuron), previously run with C-PAC. Stages: anatomical, functional, metrics, qc, or all.
uvx gives RBC its own environment: it pins niwrap 0.9, the workshop uses 1.1.
Start it live if you like, but show pre-computed output. The anatomical stage took 38 min for one subject on a 16-core desktop (ANTs brain extraction plus a 3-stage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function that calls NiWrap and returns paths; the next step takes those paths. Notebook 03 plus a command-line interface.
Open src/rbc/core/anatomical/segmentation.py to show one step: fsl_segmentation is a single fsl.fast call.
RBC's --runner auto uses the same Docker, Podman, Apptainer, local order as niwrap.use_auto(). RBC is on niwrap 0.9, where nested-argument helpers have no _params suffix.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questions:
- Is tool X covered? Check the coverage table, or `from niwrap import &lt;package&gt;` and autocomplete.
- Clusters? niwrap.use_singularity(); images are converted from Docker Hub on first use.
- Different image version? use_docker(image_overrides={"brainlife/fsl:6.0.4-patched2": "..."}).
- vs. Nipype? Nipype interfaces are hand-written and tied to its workflow engine. NiWrap wrappers are generated for many more tools and are plain functions you can use with any engine, or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NiWrap hands-on</dc:title>
  <dc:subject>PptxGenJS Presentation</dc:subject>
  <dc:creator>Created by Marp</dc:creator>
  <cp:lastModifiedBy>Created by Marp</cp:lastModifiedBy>
  <cp:revision>1</cp:revision>
  <dcterms:created xsi:type="dcterms:W3CDTF">2026-10-19T19:03:47Z</dcterms:created>
  <dcterms:modified xsi:type="dcterms:W3CDTF">2026-10-19T19:03:47Z</dcterms:modified>
</cp:coreProperties>
</file>